
<file path=[Content_Types].xml><?xml version="1.0" encoding="utf-8"?>
<Types xmlns="http://schemas.openxmlformats.org/package/2006/content-types">
  <Default Extension="xml" ContentType="application/xml"/>
  <Default Extension="png" ContentType="image/png"/>
</Types>
</file>

<file path=_rels/.rels><Relationships xmlns="http://schemas.openxmlformats.org/package/2006/relationships"><Relationship Id="rId1" Type="t" Target="ppt/presentation.xml"/></Relationships>
</file>

<file path=ppt/presentation.xml><?xml version="1.0" encoding="utf-8"?>
<p:presentation xmlns:p="p" xmlns:r="r">
  <p:sldSz cx="9144000" cy="6858000"/>
  <p:sldIdLst>
    <p:sldId id="256" r:id="rId1"/>
    <p:sldId id="257" r:id="rId2"/>
  </p:sldIdLst>
</p:presentation>
</file>

<file path=ppt/_rels/presentation.xml.rels><Relationships xmlns="http://schemas.openxmlformats.org/package/2006/relationships"><Relationship Id="rId1" Type="t" Target="slides/slide1.xml"/><Relationship Id="rId2" Type="t" Target="slides/slide2.xml"/></Relationships>
</file>

<file path=ppt/slides/_rels/slide1.xml.rels><Relationships xmlns="http://schemas.openxmlformats.org/package/2006/relationships"><Relationship Id="rId1" Type="image" Target="../media/image1.png"/></Relationships>
</file>

<file path=ppt/slides/slide1.xml><?xml version="1.0" encoding="utf-8"?>
<p:sld xmlns:p="p" xmlns:a="a" xmlns:r="r">
  <p:cSld>
    <p:spTree>
      <p:sp>
        <p:spPr>
          <a:xfrm>
            <a:off x="838200" y="365760"/>
            <a:ext cx="7772400" cy="1000000"/>
          </a:xfrm>
          <a:prstGeom prst="rect"/>
        </p:spPr>
        <p:txBody>
          <a:p>
            <a:pPr algn="ctr"/>
            <a:r>
              <a:rPr sz="3200" b="1">
                <a:solidFill>
                  <a:srgbClr val="1F3864"/>
                </a:solidFill>
              </a:rPr>
              <a:t>office-R 演示渲染</a:t>
            </a:r>
          </a:p>
        </p:txBody>
      </p:sp>
      <p:sp>
        <p:spPr>
          <a:xfrm>
            <a:off x="838200" y="1800000"/>
            <a:ext cx="7772400" cy="2000000"/>
          </a:xfrm>
        </p:spPr>
        <p:txBody>
          <a:p>
            <a:r>
              <a:rPr sz="2000"/>
              <a:t>第一张:标题 + 蓝色图片(右下)+ 正文</a:t>
            </a:r>
          </a:p>
        </p:txBody>
      </p:sp>
      <p:pic>
        <p:blipFill>
          <a:blip r:embed="rId1"/>
        </p:blipFill>
        <p:spPr>
          <a:xfrm>
            <a:off x="5000000" y="3000000"/>
            <a:ext cx="2000000" cy="1500000"/>
          </a:xfrm>
        </p:spPr>
      </p:pic>
    </p:spTree>
  </p:cSld>
</p:sld>
</file>

<file path=ppt/slides/slide2.xml><?xml version="1.0" encoding="utf-8"?>
<p:sld xmlns:p="p" xmlns:a="a" xmlns:r="r">
  <p:cSld>
    <p:spTree>
      <p:sp>
        <p:spPr>
          <a:xfrm>
            <a:off x="838200" y="365760"/>
            <a:ext cx="7772400" cy="1000000"/>
          </a:xfrm>
          <a:prstGeom prst="rect"/>
        </p:spPr>
        <p:txBody>
          <a:p>
            <a:pPr algn="ctr"/>
            <a:r>
              <a:rPr sz="3200" b="1">
                <a:solidFill>
                  <a:srgbClr val="1F3864"/>
                </a:solidFill>
              </a:rPr>
              <a:t>第二张幻灯</a:t>
            </a:r>
          </a:p>
        </p:txBody>
      </p:sp>
      <p:sp>
        <p:spPr>
          <a:xfrm rot="2700000">
            <a:off x="838200" y="1800000"/>
            <a:ext cx="2200000" cy="1200000"/>
          </a:xfrm>
          <a:prstGeom prst="rect"/>
          <a:solidFill>
            <a:srgbClr val="4472C4"/>
          </a:solidFill>
        </p:spPr>
      </p:sp>
      <p:graphicFrame>
        <p:xfrm>
          <a:off x="4200000" y="1800000"/>
          <a:ext cx="3500000" cy="2600000"/>
        </p:xfrm>
        <a:graphic>
          <a:graphicData uri="http://schemas.openxmlformats.org/drawingml/2006/chart"/>
        </a:graphic>
      </p:graphicFrame>
    </p:spTree>
  </p:cSld>
  <p:transition>
    <p:fade/>
  </p:transition>
  <p:timing>
    <p:tnLst/>
  </p:timing>
</p:sld>
</file>